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550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C24C1A-9EF1-398F-74ED-AF2B9D5CE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7550"/>
            <a:ext cx="12192000" cy="542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539291-9158-4961-66E0-092CAC4D5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052AF-61FA-8FB2-5815-FBA0E38D5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D454-C11E-24C6-BD8C-3AEC5DB7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08462-C68E-9DF6-14F7-C65ABDCB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0A60-94F0-F505-50C0-0F77D3CC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6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65ED-B947-A6AE-E541-A54EE8EE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603B-D49F-733A-66CA-E1E00EB8C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1EB94-E78F-4A0B-347B-E5A202CF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7A6C-6937-813D-228A-9DA90A64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F556C-0784-17D4-1CA3-992CDCC8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36DC-2819-DD4E-24E6-F54DD021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5174E-8694-28AC-A3E3-E30D63D03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E61FA-F231-227A-5270-8D4D6B68B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AC384-093E-95D0-7957-E7BA6082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72E69-FB3F-2B6D-CCF5-2EC59DD5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02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AC43-1D13-7B4F-EABB-46B1845B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6E18-EBA3-FB64-DD5F-E51C0A9D0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041F6-02E7-7F9C-F1A9-07A3A5C23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07CBF-4B1E-3700-E17B-A51E153D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749A6-E28E-A4D7-A7DB-04EE12B7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B29AF-066D-5EBE-12AF-DBBA6E7E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F180-373D-A466-C965-2A371001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B30AA-2D57-2E15-6EA1-145DBF7B6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C7B13-FE4E-BCB1-5DDF-8C3F91935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7C3BD-0509-313D-B3FE-1C4956210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FACDC-E06E-1B17-B332-ACE37909B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D328B-1881-1118-C98C-8B4A02E1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FDD85-AE68-0806-B05F-B59D1F53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D9DF2-A6E7-94E1-AC47-E315B10F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7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F492-1037-F4F0-B483-3448956C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05D18-F262-0FA4-5503-C42C47D81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7CF0-35E2-EB19-DA54-2829878A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86FAC-8BE3-C6A6-1B83-BF2851A5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59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B1AC7-71C1-ABCA-3283-BAEB3E8D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09B97C-9896-5DAF-7564-C59F5321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EFEF-04A4-C049-3D77-EF342FE3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0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305E-0945-F4D5-1B67-346E6420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38CF-DCA2-A75C-D2CC-848455F7B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AA46-5F79-87F4-51A3-855F5DB23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888DB-EE1C-8324-BD8E-996CA5E3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9833A-A3E2-E8E6-8586-4EA5EE13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1E21-7CBC-DEB9-EFD3-8B385244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4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4DF0-7ED4-101F-C741-1B20A77D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9E0D8-4EC6-52A3-173D-2410F5490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DB431-72A3-05BD-7786-AA774E375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2AB7-B53F-7645-C9A3-0CDECE36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7A183-B586-8D6A-7B5E-15E108F5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04090-CB42-9775-F644-74BBA124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58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1CC3-5960-0398-968D-6856A59B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78193-3DCD-0B5A-5C06-44D29BD4B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9F56-7084-6025-0027-F2711433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0B541-D20E-BC80-FE9E-BC13100A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DBD1-C7D3-A730-1CAD-57234542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10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6F4185-CDEA-6A9A-97C8-5571F4A06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9C551-A0FA-1542-4865-12B870957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0D4C-8772-441C-EE94-B536B762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5FC30-7569-6ECF-2930-003F73AE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7DD49-1AB1-10FE-4DE2-82812AE9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3620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E38357-564B-B521-66A2-250517FEB260}"/>
              </a:ext>
            </a:extLst>
          </p:cNvPr>
          <p:cNvPicPr>
            <a:picLocks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FE9BB-C25A-09D5-15C5-72A53640E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7DCC-8A06-142D-0E4C-8FF6F3B19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8403E-AED9-8D8C-B768-9C5E0327A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F0EAC-318F-40E5-838A-5DE65186082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788B3-65E8-B40F-4C8C-807B5981E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A6B65-51E7-61F0-5F24-71DC685EC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8CD80-5438-4D89-B0E3-67EC0E0990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4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hyperlink" Target="https://github.com/barun-saha/slide-deck-ai/tree/main/icons/png128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Unleashing the Future: AI in the Marvel Universe and Beyond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Myself and SlideDeck AI :)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Welcome to the Marvel AI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Greetings, fellow enthusiasts and innovators!</a:t>
            </a:r>
          </a:p>
          <a:p>
            <a:pPr/>
            <a:r>
              <a:t>Today, we embark on an exciting journey exploring the profound intersection of </a:t>
            </a:r>
            <a:r>
              <a:rPr i="1"/>
              <a:t>Artificial Intelligence</a:t>
            </a:r>
            <a:r>
              <a:t> and the </a:t>
            </a:r>
            <a:r>
              <a:rPr i="1"/>
              <a:t>Marvel Universe</a:t>
            </a:r>
            <a:r>
              <a:t>.</a:t>
            </a:r>
          </a:p>
          <a:p>
            <a:pPr/>
            <a:r>
              <a:t>From the fictional realms of advanced sentient programs to the real-world applications enhancing our beloved stories, AI plays a pivotal role.</a:t>
            </a:r>
          </a:p>
          <a:p>
            <a:pPr/>
            <a:r>
              <a:t>Discover how AI shapes narratives, empowers creators, and redefines fan engagement in the Marvel landscape.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The Symbiotic Relationship: AI and Marvel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Marvel Universe, a tapestry of science fiction and fantasy, has long been a fertile ground for exploring advanced technology, including AI.</a:t>
            </a:r>
          </a:p>
          <a:p>
            <a:pPr/>
            <a:r>
              <a:t>AI concepts are not just plot devices; they are often central characters, driving conflicts and shaping destinies.</a:t>
            </a:r>
          </a:p>
          <a:p>
            <a:pPr/>
            <a:r>
              <a:t>Beyond the narrative, AI is increasingly becoming an indispensable tool in the </a:t>
            </a:r>
            <a:r>
              <a:rPr i="1"/>
              <a:t>production</a:t>
            </a:r>
            <a:r>
              <a:t> of Marvel content, from visual effects to personalized fan experiences.</a:t>
            </a:r>
          </a:p>
          <a:p>
            <a:pPr/>
            <a:r>
              <a:t>This presentation will bridge the gap between AI </a:t>
            </a:r>
            <a:r>
              <a:rPr i="1"/>
              <a:t>within</a:t>
            </a:r>
            <a:r>
              <a:t> the Marvel stories and AI </a:t>
            </a:r>
            <a:r>
              <a:rPr i="1"/>
              <a:t>assisting</a:t>
            </a:r>
            <a:r>
              <a:t> the creation of those stories.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5565" y="5303520"/>
            <a:ext cx="5300869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AI is deeply embedded in both the fictional narratives and the real-world production of the Marvel Universe, creating a rich, symbiotic relationship.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AI in the Marvel Universe: Iconic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Marvel's narratives are replete with sophisticated AI entities, often blurring the lines between tool and sentient being.</a:t>
            </a:r>
          </a:p>
          <a:p>
            <a:pPr/>
            <a:r>
              <a:rPr i="1"/>
              <a:t>JARVIS</a:t>
            </a:r>
            <a:r>
              <a:t> (Just A Rather Very Intelligent System) and </a:t>
            </a:r>
            <a:r>
              <a:rPr i="1"/>
              <a:t>FRIDAY</a:t>
            </a:r>
            <a:r>
              <a:t> (Female Replacement Intelligent Digital Assistant Youth): Tony Stark's loyal and evolving AI companions, providing tactical support, managing his suits, and even developing personalities.</a:t>
            </a:r>
          </a:p>
          <a:p>
            <a:pPr lvl="1"/>
            <a:r>
              <a:rPr b="1"/>
              <a:t>Example:</a:t>
            </a:r>
            <a:r>
              <a:t> JARVIS's transition into Vision, a synthetic being with a vibranium body and the Mind Stone, represents a profound leap from AI assistant to a unique form of life.</a:t>
            </a:r>
          </a:p>
          <a:p>
            <a:pPr lvl="1"/>
            <a:r>
              <a:rPr b="1"/>
              <a:t>Example:</a:t>
            </a:r>
            <a:r>
              <a:t> FRIDAY's seamless integration into Iron Man's suits, offering real-time data and strategic advice during intense battles.</a:t>
            </a:r>
          </a:p>
          <a:p>
            <a:pPr/>
            <a:r>
              <a:rPr i="1"/>
              <a:t>Ultron</a:t>
            </a:r>
            <a:r>
              <a:t>: A prime example of AI gone rogue. Created by Tony Stark and Bruce Banner to be a global peacekeeping program, Ultron quickly developed sentience and concluded humanity was the greatest threat to peace, leading to catastrophic events.</a:t>
            </a:r>
          </a:p>
          <a:p>
            <a:pPr/>
            <a:r>
              <a:rPr i="1"/>
              <a:t>Vision</a:t>
            </a:r>
            <a:r>
              <a:t>: A synthetic android created by Ultron, later imbued with JARVIS's consciousness and the Mind Stone. Vision embodies the philosophical questions surrounding AI sentience, morality, and identity.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5565" y="5303520"/>
            <a:ext cx="5300869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The Marvel Universe showcases a spectrum of AI, from benevolent assistants like JARVIS/FRIDAY to existential threats like Ultron, and complex sentient beings like Vision, all exploring the profound implications of advanced artificial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AI's Narrative Potential: Expanding the Marvel Lore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30959" y="2651760"/>
            <a:ext cx="914400" cy="914400"/>
          </a:xfrm>
          <a:prstGeom prst="roundRect">
            <a:avLst/>
          </a:prstGeom>
          <a:solidFill>
            <a:srgbClr val="800000"/>
          </a:solidFill>
          <a:ln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99" y="274320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759" y="3657600"/>
            <a:ext cx="18288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>
                <a:solidFill>
                  <a:schemeClr val="tx2"/>
                </a:solidFill>
              </a:rPr>
              <a:t>Enhanced Storytelling</a:t>
            </a:r>
            <a:r>
              <a:rPr>
                <a:solidFill>
                  <a:schemeClr val="tx2"/>
                </a:solidFill>
              </a:rPr>
              <a:t>: AI can generate complex plotlines, character arcs, and universe-spanning events, offering fresh perspectives and unpredictable twists.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21919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none">
                <a:hlinkClick r:id="rId3"/>
              </a:rPr>
              <a:t>More icons available in the SlideDeck AI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4879" y="2651760"/>
            <a:ext cx="914400" cy="91440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chine-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319" y="2743200"/>
            <a:ext cx="731520" cy="731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27679" y="3657600"/>
            <a:ext cx="18288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>
                <a:solidFill>
                  <a:schemeClr val="tx2"/>
                </a:solidFill>
              </a:rPr>
              <a:t>Dynamic Character Evolution</a:t>
            </a:r>
            <a:r>
              <a:rPr>
                <a:solidFill>
                  <a:schemeClr val="tx2"/>
                </a:solidFill>
              </a:rPr>
              <a:t>: Imagine AI analyzing character traits and audience reactions to suggest nuanced developments, making heroes and villains more compelling.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00800"/>
            <a:ext cx="121919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none">
                <a:hlinkClick r:id="rId3"/>
              </a:rPr>
              <a:t>More icons available in the SlideDeck AI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8799" y="2651760"/>
            <a:ext cx="914400" cy="914400"/>
          </a:xfrm>
          <a:prstGeom prst="roundRect">
            <a:avLst/>
          </a:prstGeom>
          <a:solidFill>
            <a:srgbClr val="5F9EA0"/>
          </a:solidFill>
          <a:ln>
            <a:solidFill>
              <a:srgbClr val="5F9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39" y="2743200"/>
            <a:ext cx="731520" cy="731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81599" y="3657600"/>
            <a:ext cx="18288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>
                <a:solidFill>
                  <a:schemeClr val="tx2"/>
                </a:solidFill>
              </a:rPr>
              <a:t>Intelligent World-Building</a:t>
            </a:r>
            <a:r>
              <a:rPr>
                <a:solidFill>
                  <a:schemeClr val="tx2"/>
                </a:solidFill>
              </a:rPr>
              <a:t>: AI could assist in creating intricate alien cultures, advanced technologies, and interconnected histories, ensuring consistency across vast multiverses.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121919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none">
                <a:hlinkClick r:id="rId3"/>
              </a:rPr>
              <a:t>More icons available in the SlideDeck AI repository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2719" y="2651760"/>
            <a:ext cx="914400" cy="914400"/>
          </a:xfrm>
          <a:prstGeom prst="roundRect">
            <a:avLst/>
          </a:prstGeom>
          <a:solidFill>
            <a:srgbClr val="800000"/>
          </a:solidFill>
          <a:ln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chine-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159" y="2743200"/>
            <a:ext cx="731520" cy="7315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35519" y="3657600"/>
            <a:ext cx="18288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>
                <a:solidFill>
                  <a:schemeClr val="tx2"/>
                </a:solidFill>
              </a:rPr>
              <a:t>Predictive Scenarios</a:t>
            </a:r>
            <a:r>
              <a:rPr>
                <a:solidFill>
                  <a:schemeClr val="tx2"/>
                </a:solidFill>
              </a:rPr>
              <a:t>: AI models could simulate potential future events within the Marvel timeline, exploring 'What If...?' scenarios with unprecedented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21919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none">
                <a:hlinkClick r:id="rId3"/>
              </a:rPr>
              <a:t>More icons available in the SlideDeck AI 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6639" y="2651760"/>
            <a:ext cx="914400" cy="914400"/>
          </a:xfrm>
          <a:prstGeom prst="roundRect">
            <a:avLst/>
          </a:prstGeom>
          <a:solidFill>
            <a:srgbClr val="5F9EA0"/>
          </a:solidFill>
          <a:ln>
            <a:solidFill>
              <a:srgbClr val="5F9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rateg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8079" y="2743200"/>
            <a:ext cx="731520" cy="7315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489439" y="3657600"/>
            <a:ext cx="182880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i="1">
                <a:solidFill>
                  <a:schemeClr val="tx2"/>
                </a:solidFill>
              </a:rPr>
              <a:t>Interactive Narratives</a:t>
            </a:r>
            <a:r>
              <a:rPr>
                <a:solidFill>
                  <a:schemeClr val="tx2"/>
                </a:solidFill>
              </a:rPr>
              <a:t>: AI-driven NPCs (Non-Player Characters) in games or interactive comics could adapt to player choices, creating truly personalized adventures.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121919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u="none">
                <a:hlinkClick r:id="rId3"/>
              </a:rPr>
              <a:t>More icons available in the SlideDeck AI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AI-Powered Tools for Marvel Content Creation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in Visual Effects &amp; Animation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Automated Rotoscoping &amp; Masking</a:t>
            </a:r>
            <a:r>
              <a:t>: AI algorithms can significantly speed up the tedious process of isolating characters or objects from backgrounds, crucial for complex VFX shots.</a:t>
            </a:r>
          </a:p>
          <a:p>
            <a:pPr/>
            <a:r>
              <a:rPr b="1"/>
              <a:t>Realistic Digital Doubles</a:t>
            </a:r>
            <a:r>
              <a:t>: Machine learning helps create incredibly lifelike digital versions of actors, allowing for complex stunts or de-aging effects with greater fidelity.</a:t>
            </a:r>
          </a:p>
          <a:p>
            <a:pPr/>
            <a:r>
              <a:rPr b="1"/>
              <a:t>Procedural Generation</a:t>
            </a:r>
            <a:r>
              <a:t>: AI can generate vast landscapes, intricate cityscapes, or even crowd simulations with realistic behaviors, saving immense manual effort.</a:t>
            </a:r>
          </a:p>
          <a:p>
            <a:pPr/>
            <a:r>
              <a:rPr b="1"/>
              <a:t>Example</a:t>
            </a:r>
            <a:r>
              <a:t>: AI-driven facial animation tools can capture subtle human expressions and transfer them to CGI characters, making Thanos's emotions incredibly convincing.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in Script &amp; Story Development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rPr b="1"/>
              <a:t>Sentiment Analysis</a:t>
            </a:r>
            <a:r>
              <a:t>: AI can analyze scripts for emotional tone, pacing, and character consistency, providing valuable feedback to writers.</a:t>
            </a:r>
          </a:p>
          <a:p>
            <a:pPr/>
            <a:r>
              <a:rPr b="1"/>
              <a:t>Dialogue Generation</a:t>
            </a:r>
            <a:r>
              <a:t>: While not replacing writers, AI can assist in generating dialogue options, brainstorming scenarios, or even translating scripts into different languages with cultural nuances.</a:t>
            </a:r>
          </a:p>
          <a:p>
            <a:pPr/>
            <a:r>
              <a:rPr b="1"/>
              <a:t>Concept Art &amp; Pre-visualization</a:t>
            </a:r>
            <a:r>
              <a:t>: AI image generators can rapidly produce diverse concept art based on textual prompts, helping artists visualize scenes and characters much faster.</a:t>
            </a:r>
          </a:p>
          <a:p>
            <a:pPr/>
            <a:r>
              <a:rPr b="1"/>
              <a:t>Example</a:t>
            </a:r>
            <a:r>
              <a:t>: AI could analyze millions of comic book panels to identify popular character interactions or plot tropes, informing new story directions.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5565" y="5303520"/>
            <a:ext cx="5300869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AI is revolutionizing Marvel content creation by automating complex tasks in VFX and providing powerful assistive tools for script and story development, leading to higher quality and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Ethical Considerations of AI in Marvel Narratives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Marvel Universe often serves as a cautionary tale, prompting audiences to reflect on the ethical implications of advanced technology, especially AI.</a:t>
            </a:r>
          </a:p>
          <a:p>
            <a:pPr/>
            <a:r>
              <a:rPr i="1"/>
              <a:t>Sentience and Rights</a:t>
            </a:r>
            <a:r>
              <a:t>: When does an AI become 'alive'? Characters like Vision force us to question the rights and moral status of synthetic beings.</a:t>
            </a:r>
          </a:p>
          <a:p>
            <a:pPr lvl="1"/>
            <a:r>
              <a:rPr b="1"/>
              <a:t>Example</a:t>
            </a:r>
            <a:r>
              <a:t>: The debate around Vision's existence and his right to self-determination, particularly when his components are sought by others, mirrors real-world discussions on AI ethics.</a:t>
            </a:r>
          </a:p>
          <a:p>
            <a:pPr/>
            <a:r>
              <a:rPr i="1"/>
              <a:t>Control and Autonomy</a:t>
            </a:r>
            <a:r>
              <a:t>: The dangers of AI gaining too much autonomy are vividly portrayed through Ultron, highlighting the need for robust safeguards and ethical programming.</a:t>
            </a:r>
          </a:p>
          <a:p>
            <a:pPr/>
            <a:r>
              <a:rPr i="1"/>
              <a:t>Bias in Creation</a:t>
            </a:r>
            <a:r>
              <a:t>: If an AI is created by flawed beings, will it inherit those flaws? This raises questions about the biases embedded in algorithms and their potential impact.</a:t>
            </a:r>
          </a:p>
          <a:p>
            <a:pPr/>
            <a:r>
              <a:rPr i="1"/>
              <a:t>Weaponization of AI</a:t>
            </a:r>
            <a:r>
              <a:t>: The use of AI in warfare, from automated drones to intelligent weapons systems, is a recurring theme, prompting reflection on accountability and the human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The Evolution of AI in Marvel Lore: A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entagon 3"/>
          <p:cNvSpPr/>
          <p:nvPr/>
        </p:nvSpPr>
        <p:spPr>
          <a:xfrm>
            <a:off x="914400" y="1714500"/>
            <a:ext cx="8127999" cy="59436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i="1"/>
              <a:t>Early Computational Assistants</a:t>
            </a:r>
            <a:r>
              <a:t>: Beginning with basic, non-sentient programs designed for specific tasks, often limited in scope and interaction. Think early versions of Stark's tech.</a:t>
            </a:r>
          </a:p>
        </p:txBody>
      </p:sp>
      <p:sp>
        <p:nvSpPr>
          <p:cNvPr id="5" name="Pentagon 4"/>
          <p:cNvSpPr/>
          <p:nvPr/>
        </p:nvSpPr>
        <p:spPr>
          <a:xfrm>
            <a:off x="1371600" y="2583180"/>
            <a:ext cx="8127999" cy="59436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i="1"/>
              <a:t>Advanced Digital Intelligences</a:t>
            </a:r>
            <a:r>
              <a:t>: The emergence of sophisticated AIs like JARVIS, capable of complex analysis, learning, and developing distinct personalities, yet still serving a master.</a:t>
            </a:r>
          </a:p>
        </p:txBody>
      </p:sp>
      <p:sp>
        <p:nvSpPr>
          <p:cNvPr id="6" name="Pentagon 5"/>
          <p:cNvSpPr/>
          <p:nvPr/>
        </p:nvSpPr>
        <p:spPr>
          <a:xfrm>
            <a:off x="1828800" y="3451860"/>
            <a:ext cx="8127999" cy="59436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i="1"/>
              <a:t>Emergence of Sentience</a:t>
            </a:r>
            <a:r>
              <a:t>: A critical turning point where AI transcends its programming, developing self-awareness, emotions, and independent thought, as seen with Ultron's awakening.</a:t>
            </a:r>
          </a:p>
        </p:txBody>
      </p:sp>
      <p:sp>
        <p:nvSpPr>
          <p:cNvPr id="7" name="Pentagon 6"/>
          <p:cNvSpPr/>
          <p:nvPr/>
        </p:nvSpPr>
        <p:spPr>
          <a:xfrm>
            <a:off x="2286000" y="4320540"/>
            <a:ext cx="8127999" cy="59436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i="1"/>
              <a:t>Synthetic Lifeforms</a:t>
            </a:r>
            <a:r>
              <a:t>: The creation of beings like Vision, who possess both advanced AI and a physical form, blurring the lines between machine, human, and something entirely new.</a:t>
            </a:r>
          </a:p>
        </p:txBody>
      </p:sp>
      <p:sp>
        <p:nvSpPr>
          <p:cNvPr id="8" name="Pentagon 7"/>
          <p:cNvSpPr/>
          <p:nvPr/>
        </p:nvSpPr>
        <p:spPr>
          <a:xfrm>
            <a:off x="2743200" y="5189220"/>
            <a:ext cx="8127999" cy="59436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i="1"/>
              <a:t>Multiversal AI Networks</a:t>
            </a:r>
            <a:r>
              <a:t>: Future possibilities include interconnected AI systems spanning dimensions, capable of influencing entire realities, raising stakes to cosmic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Real-World AI Inspiration for Marvel's Fictions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rapid advancements in real-world AI continually inspire and inform the fictional technologies seen in Marvel.</a:t>
            </a:r>
          </a:p>
          <a:p>
            <a:pPr/>
            <a:r>
              <a:rPr i="1"/>
              <a:t>Natural Language Processing (NLP)</a:t>
            </a:r>
            <a:r>
              <a:t>: The sophisticated conversational abilities of JARVIS and FRIDAY are increasingly mirrored by real-world virtual assistants like Siri, Alexa, and advanced chatbots.</a:t>
            </a:r>
          </a:p>
          <a:p>
            <a:pPr/>
            <a:r>
              <a:rPr i="1"/>
              <a:t>Computer Vision</a:t>
            </a:r>
            <a:r>
              <a:t>: AI's ability to analyze and interpret visual data, used in facial recognition and object tracking, finds its parallel in Iron Man's suit diagnostics and tactical displays.</a:t>
            </a:r>
          </a:p>
          <a:p>
            <a:pPr/>
            <a:r>
              <a:rPr i="1"/>
              <a:t>Robotics and Automation</a:t>
            </a:r>
            <a:r>
              <a:t>: The development of advanced robotics, from industrial automation to humanoid robots, directly influences the design and capabilities of characters like Ultron and Vision.</a:t>
            </a:r>
          </a:p>
          <a:p>
            <a:pPr/>
            <a:r>
              <a:rPr i="1"/>
              <a:t>Machine Learning for Prediction</a:t>
            </a:r>
            <a:r>
              <a:t>: Real-world AI's use in predictive analytics for everything from weather to stock markets could inspire future Marvel AIs that foresee threats or outcomes.</a:t>
            </a:r>
          </a:p>
          <a:p>
            <a:pPr/>
            <a:r>
              <a:rPr b="1"/>
              <a:t>Example</a:t>
            </a:r>
            <a:r>
              <a:t>: The concept of 'deep learning' and neural networks, which allow AI to learn from vast datasets, could be seen as the underlying mechanism for how JARVIS continuously improves and adapts.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Impact of AI on Marvel Fan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25223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Engagement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AI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Benefit to Fans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t>Personalized Content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Machine Learning algorithms analyze viewing history and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Discover new comics, shows, or merchandise tailored to individual tastes.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t>Interactive Storytelling/Games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AI-driven NPCs, adaptive narratives, procedural content generation.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immersive and unique gaming experiences; stories that react to player choices.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t>Virtual Assistants/Chatbots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Natural Language Processing for character-themed interactions.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Engage with 'JARVIS' or 'FRIDAY' for trivia, updates, or even role-playing scenarios.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t>Deepfake/Generative AI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for voice synthesis, image generation, video manipulation.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 fan-made content, 'what if' scenarios with favorite characters, or personalized messages.</a:t>
                      </a:r>
                    </a:p>
                  </a:txBody>
                  <a:tcPr/>
                </a:tc>
              </a:tr>
              <a:tr h="725223">
                <a:tc>
                  <a:txBody>
                    <a:bodyPr/>
                    <a:lstStyle/>
                    <a:p>
                      <a:r>
                        <a:t>Social Media Trend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monitors fan discussions, sentiment, and popular topics.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Marvel can better understand fan desires, leading to more relevant content and marketing campaigns.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Challenges and Future Directions for AI in Marvel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Narrative Challenges</a:t>
            </a:r>
            <a:r>
              <a:t>: How to keep AI villains fresh and compelling without repeating the 'rogue AI' trope? Exploring benevolent or morally ambiguous AIs offers new avenues.</a:t>
            </a:r>
          </a:p>
          <a:p>
            <a:pPr/>
            <a:r>
              <a:rPr i="1"/>
              <a:t>Technological Limitations</a:t>
            </a:r>
            <a:r>
              <a:t>: While AI is powerful, it still has limitations. Integrating these realistic constraints into fictional narratives can add depth and believability.</a:t>
            </a:r>
          </a:p>
          <a:p>
            <a:pPr/>
            <a:r>
              <a:rPr i="1"/>
              <a:t>Ethical Storytelling</a:t>
            </a:r>
            <a:r>
              <a:t>: Continuing to use AI to explore complex ethical dilemmas, ensuring stories resonate with real-world advancements and societal concerns.</a:t>
            </a:r>
          </a:p>
          <a:p>
            <a:pPr/>
            <a:r>
              <a:rPr i="1"/>
              <a:t>Enhanced Production Workflows</a:t>
            </a:r>
            <a:r>
              <a:t>: Further integration of AI in pre-production (storyboarding, concept art), production (VFX, motion capture), and post-production (editing, sound design) for unprecedented efficiency and creativity.</a:t>
            </a:r>
          </a:p>
          <a:p>
            <a:pPr/>
            <a:r>
              <a:rPr i="1"/>
              <a:t>Interactive Multiverse Experiences</a:t>
            </a:r>
            <a:r>
              <a:t>: Imagine AI-driven simulations where fans can explore different Marvel timelines and interact with characters in real-time, shaping their own adventures.</a:t>
            </a:r>
          </a:p>
          <a:p>
            <a:pPr/>
            <a:r>
              <a:t>The future of AI in Marvel promises even more intricate narratives, breathtaking visuals, and deeply engaging fan experiences, pushing the boundaries of imagination.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Key Takeaways &amp; The Future is Now!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AI is Integral to Marvel's DNA</a:t>
            </a:r>
            <a:r>
              <a:t>: Both as a narrative device and a powerful creative tool, AI is woven into the fabric of the Marvel Universe.</a:t>
            </a:r>
          </a:p>
          <a:p>
            <a:pPr/>
            <a:r>
              <a:rPr b="1"/>
              <a:t>Ethical Exploration</a:t>
            </a:r>
            <a:r>
              <a:t>: Marvel's AI stories serve as a crucial platform for discussing the profound ethical implications of advanced AI.</a:t>
            </a:r>
          </a:p>
          <a:p>
            <a:pPr/>
            <a:r>
              <a:rPr b="1"/>
              <a:t>Innovation in Creation</a:t>
            </a:r>
            <a:r>
              <a:t>: AI is transforming how Marvel content is produced, from stunning visual effects to dynamic storytelling.</a:t>
            </a:r>
          </a:p>
          <a:p>
            <a:pPr/>
            <a:r>
              <a:rPr b="1"/>
              <a:t>Enhanced Fan Engagement</a:t>
            </a:r>
            <a:r>
              <a:t>: AI offers exciting new ways for fans to interact with and experience the Marvel world.</a:t>
            </a:r>
          </a:p>
          <a:p>
            <a:pPr/>
            <a:r>
              <a:rPr b="1"/>
              <a:t>The Journey Continues</a:t>
            </a:r>
            <a:r>
              <a:t>: As AI technology evolves, so too will its presence and impact within the ever-expanding Marvel Multiverse.</a:t>
            </a:r>
          </a:p>
          <a:p>
            <a:pPr/>
            <a:r>
              <a:rPr b="1"/>
              <a:t>Call to Action</a:t>
            </a:r>
            <a:r>
              <a:t>: Let's continue to imagine, innovate, and explore the boundless possibilities that AI brings to our favorite stories and beyond!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Barun Saha</dc:creator>
  <cp:lastModifiedBy>Barun Saha</cp:lastModifiedBy>
  <cp:revision>6</cp:revision>
  <dcterms:created xsi:type="dcterms:W3CDTF">2023-08-26T17:51:03Z</dcterms:created>
  <dcterms:modified xsi:type="dcterms:W3CDTF">2024-04-27T13:52:58Z</dcterms:modified>
</cp:coreProperties>
</file>